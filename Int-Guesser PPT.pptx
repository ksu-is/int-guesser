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56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6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2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3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81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10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5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4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01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C8346-70B0-C611-D402-22BB8CCC01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13" b="11460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EFBFC-FDE7-7E9A-A76C-FBD5EC4A5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752195"/>
            <a:ext cx="6778099" cy="4196173"/>
          </a:xfrm>
        </p:spPr>
        <p:txBody>
          <a:bodyPr anchor="t">
            <a:normAutofit/>
          </a:bodyPr>
          <a:lstStyle/>
          <a:p>
            <a:r>
              <a:rPr lang="en-US" sz="6600" i="1" dirty="0"/>
              <a:t>Int-Guesser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1D586-7CBF-28DC-280C-1EF0F65E9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6685" y="830836"/>
            <a:ext cx="4774660" cy="1157436"/>
          </a:xfrm>
        </p:spPr>
        <p:txBody>
          <a:bodyPr anchor="b">
            <a:normAutofit/>
          </a:bodyPr>
          <a:lstStyle/>
          <a:p>
            <a:r>
              <a:rPr lang="en-US" sz="2400" dirty="0"/>
              <a:t>IS3020 Project by Sebastian Hart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6C715-73C5-5327-B7DE-92AA67096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911" y="1681385"/>
            <a:ext cx="5575344" cy="1434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D9505E-514C-CADF-0C40-35D124A85AB1}"/>
              </a:ext>
            </a:extLst>
          </p:cNvPr>
          <p:cNvSpPr txBox="1"/>
          <p:nvPr/>
        </p:nvSpPr>
        <p:spPr>
          <a:xfrm>
            <a:off x="1641665" y="2449333"/>
            <a:ext cx="41574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Try your luck guessing a number in a customizable range with Int-Guesser!</a:t>
            </a:r>
          </a:p>
          <a:p>
            <a:endParaRPr lang="en-US" sz="2400" dirty="0"/>
          </a:p>
          <a:p>
            <a:r>
              <a:rPr lang="en-US" sz="2400" dirty="0"/>
              <a:t>Both the ranges, as well as the number of guesses are fully customizable!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F5DDCF-0600-AABA-478C-0C543CA33A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306"/>
          <a:stretch>
            <a:fillRect/>
          </a:stretch>
        </p:blipFill>
        <p:spPr>
          <a:xfrm>
            <a:off x="6020911" y="3353616"/>
            <a:ext cx="5575344" cy="143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45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34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Bierstadt</vt:lpstr>
      <vt:lpstr>Neue Haas Grotesk Text Pro</vt:lpstr>
      <vt:lpstr>GestaltVTI</vt:lpstr>
      <vt:lpstr>Int-Guesser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Hart</dc:creator>
  <cp:lastModifiedBy>Sebastian Hart</cp:lastModifiedBy>
  <cp:revision>2</cp:revision>
  <dcterms:created xsi:type="dcterms:W3CDTF">2026-05-01T21:33:47Z</dcterms:created>
  <dcterms:modified xsi:type="dcterms:W3CDTF">2026-05-01T21:39:51Z</dcterms:modified>
</cp:coreProperties>
</file>